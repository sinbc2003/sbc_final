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137160" cy="18288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TeacherFlow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9E0B"/>
                </a:solidFill>
              </a:defRPr>
            </a:pPr>
            <a:r>
              <a:t>교사 업무 자동화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교실의 시간을 되돌려 드립니다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2026  |  Investor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037"/>
                </a:solidFill>
              </a:defRPr>
            </a:pPr>
            <a:r>
              <a:t>교사는 왜 바쁜가?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52h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주당 평균 근무시간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행정 업무 비율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7280"/>
                </a:solidFill>
              </a:defRPr>
            </a:pPr>
            <a:r>
              <a:t>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자동화 도구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50만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전국 교사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</a:defRPr>
            </a:pPr>
            <a:r>
              <a:t>공문 처리, 성적 입력, 양식 작성, 생기부 기록...</a:t>
            </a:r>
          </a:p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</a:defRPr>
            </a:pPr>
            <a:r>
              <a:t>교사의 전문성은 수업에 있지만, 시간의 40%를 행정에 뺏기고 있습니다.</a:t>
            </a:r>
          </a:p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</a:defRPr>
            </a:pPr>
            <a:r>
              <a:t>대안은? 거의 없습니다. HWP를 다루는 자동화 도구는 사실상 전무합니다.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TeacherFlow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0D0"/>
                </a:solidFill>
              </a:defRPr>
            </a:pPr>
            <a:r>
              <a:t>파일 넣고 → 실행 → 완성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제품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19072"/>
            <a:ext cx="109728" cy="1097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노코드 업무 자동화 데스크톱 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2199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HWP/HWPX, Excel, PDF, DOCX 네이티브 지원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24912"/>
            <a:ext cx="109728" cy="1097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AI 기반 문서 자동 작성 + 양식 채우기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2783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오프라인 동작 (학교 네트워크 제약 대응)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109728" cy="1097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열려있는 한/글·Excel·PPT를 AI가 직접 제어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3367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160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교사 맞춤 프리셋으로 원클릭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0D0"/>
                </a:solidFill>
              </a:defRPr>
            </a:pPr>
            <a:r>
              <a:t>4가지 핵심 가치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① 양식 자동 채우기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57200"/>
          </a:xfrm>
          <a:prstGeom prst="roundRect">
            <a:avLst/>
          </a:prstGeom>
          <a:solidFill>
            <a:srgbClr val="1F2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효과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공문 양식(HWP/Excel)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AI가 빈칸 자동 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맥락 기반 내용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원본 서식 100% 보존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매크로·수식 영향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교사 작업: 파일 1개 드래그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소요 시간: 30분 → 2분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지원 포맷: HWP, HWPX, 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COM API + openpyxl 기반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양식 종류 무제한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② 라이브 문서 제어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57200"/>
          </a:xfrm>
          <a:prstGeom prst="roundRect">
            <a:avLst/>
          </a:prstGeom>
          <a:solidFill>
            <a:srgbClr val="1F2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한/글, Excel, PPT 실시간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열려있는 문서에 AI가 직접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채팅으로 지시 → 즉시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25개 COM API 액션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앱별 LLM 스킬 프롬프트 내장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GPT-4.1로도 정확한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프로세스 자동 감지 (10초)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한/글 COM + 보안 모듈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③ 성적 분석 자동화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57200"/>
          </a:xfrm>
          <a:prstGeom prst="roundRect">
            <a:avLst/>
          </a:prstGeom>
          <a:solidFill>
            <a:srgbClr val="1F2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분석 항목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특징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성적 Excel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문항별 정답률 자동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반별 평균·표준편차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학생 순위 (상위 N명)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수식 기반 (값이 아닌 수식 삽입)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원본 데이터 손상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새 시트에 분석 결과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t>  COM API로 실시간 작성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④ 노드 기반 워크플로우 (고급)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1907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고급 사용자를 위한 VBA 모드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2199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31개 노드 드래그&amp;드롭 조합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2491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PDF→변환→AI→출력 자유 파이프라인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2783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프리셋으로 저장/공유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엔진이 DAG 위상정렬 → 순차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3367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160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React Flow 기반 비주얼 에디터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기술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1907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Tauri v2 데스크톱 앱 — 설치 10MB, 메모리 30MB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2199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Python FastAPI 엔진 — 33+ API 엔드포인트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2491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React + React Flow — 4모드 UI (홈/설계/채팅/관리)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2783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COM API — HWP/Excel/PPT 네이티브 제어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LLM 통합 — Claude, GPT, Gemini, 로컬 llama.cpp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3367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160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오프라인 우선 — 로컬 LLM으로 인터넷 없이 동작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경쟁 환경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91440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ChatGPT /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HWP 미지원, 온라인만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515600" cy="91440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Inline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HWP만, 양식 채우기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91440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48484"/>
                </a:solidFill>
              </a:defRPr>
            </a:pPr>
            <a:r>
              <a:t>MS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HWP 미지원, 유료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515600" cy="9144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TeacherFlow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모든 포맷 + 오프라인 + 무료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시나리오: 공문 처리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교육청에서 공문 도착 (ODT + 첨부)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첨부된 양식(HWP) 드래그&amp;드롭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AI가 빈칸 감지 + 내용 자동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11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교사 확인 → 즉시 제출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4572000" cy="109728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Before: 30분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754880"/>
            <a:ext cx="5303520" cy="109728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After: 2분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시나리오: 시험 성적 처리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성적 Excel 파일 업로드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'분석 탭 만들어줘' 클릭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문항별 정답률 + 반별 평균 + 순위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11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분석 시트 자동 생성 → 인쇄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4572000" cy="109728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Before: 2시간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754880"/>
            <a:ext cx="5303520" cy="109728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After: 30초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시나리오: 생기부 작성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학생 활동 자료 업로드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AI가 생기부 초안 자동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교사가 수정/보완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11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HWP로 저장 → NEIS 붙여넣기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4572000" cy="109728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Before: 40분/명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754880"/>
            <a:ext cx="5303520" cy="109728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After: 5분/명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비즈니스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20040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73152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</a:defRPr>
            </a:pPr>
            <a:r>
              <a:t>무료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오프라인 기능 전체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383280" cy="320040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383280" cy="7315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₩9,900/월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6576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API 기반 AI + 클라우드 동기화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1828800"/>
            <a:ext cx="3383280" cy="320040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598" y="1828800"/>
            <a:ext cx="3383280" cy="731520"/>
          </a:xfrm>
          <a:prstGeom prst="roundRect">
            <a:avLst/>
          </a:prstGeom>
          <a:solidFill>
            <a:srgbClr val="1F2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037"/>
                </a:solidFill>
              </a:defRPr>
            </a:pPr>
            <a:r>
              <a:t>₩100만/년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36576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학교 라이센스 + 관리자 대시보드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개발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19072"/>
            <a:ext cx="109728" cy="1097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2026 Q2  —  베타 출시 (교사 100명 테스트)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2199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2026 Q3  —  정식 출시 + 노드 50개 + 마켓플레이스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24912"/>
            <a:ext cx="109728" cy="1097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2026 Q4  —  학교 라이센스 + 교육청 파일럿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2783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2027 Q1  —  로컬 LLM 완전 오프라인 전환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109728" cy="1097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151"/>
                </a:solidFill>
              </a:defRPr>
            </a:pPr>
            <a:r>
              <a:t>2027 Q2  —  모바일 동반자 앱 + API 개방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229600" cy="365760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신병철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</a:defRPr>
            </a:pPr>
            <a:r>
              <a:t>창업자 / 개발자 / 현직 고등학교 수학 교사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3832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</a:defRPr>
            </a:pPr>
            <a:r>
              <a:t>미션: "공교육의 반격을 통한 사교육 시장의 붕괴"</a:t>
            </a:r>
          </a:p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</a:defRPr>
            </a:pPr>
            <a:r>
              <a:t>edu-shin.com 운영 (RAG 기반 생기부 시스템)</a:t>
            </a:r>
          </a:p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</a:defRPr>
            </a:pPr>
            <a:r>
              <a:t>6대 장비 클러스터 직접 구축·운영</a:t>
            </a:r>
          </a:p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</a:defRPr>
            </a:pPr>
            <a:r>
              <a:t>Python/React/COM API 풀스택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037"/>
                </a:solidFill>
              </a:defRPr>
            </a:pPr>
            <a:r>
              <a:t>현재 진행 상황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31+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구현된 노드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33+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API 엔드포인트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3개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앱 라이브 제어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4모드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UI 완성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COM 액션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1828800"/>
            <a:ext cx="2286000" cy="1645920"/>
          </a:xfrm>
          <a:prstGeom prst="round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3개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LLM 스킬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투자 제안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371600" cy="365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시드 라운드: 3억원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365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풀타임 개발자 2명 (18개월)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40"/>
            <a:ext cx="365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서버/인프라 (LLM API 비용)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365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교사 커뮤니티 구축 + 바이럴 마케팅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365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교육청 파일럿 운영 (3개 시·도)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137160" cy="2286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교실의 시간을</a:t>
            </a:r>
            <a:br/>
            <a:r>
              <a:t>되돌립니다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</a:defRPr>
            </a:pPr>
            <a:r>
              <a:t>TeacherFlow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</a:defRPr>
            </a:pPr>
            <a:r>
              <a:t>신병철  |  shin@edu-shin.com  |  edu-shin.com</a:t>
            </a:r>
          </a:p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